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6858000" cy="54864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Señales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que tu Planta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Necesita un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Integrador Industrial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¿Tu operación está en riesgo?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640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Tus paros no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programados cuestan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que el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377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diagnóstico vibracional y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termografía detectan fallas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que paren tu línea.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5029200"/>
            <a:ext cx="411480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Prevenir &lt; Reparar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640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Mover maquinaria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pesada te quita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sueño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2860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Rigging de precisión con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póliza USD 1,000,000.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389120"/>
            <a:ext cx="5212080" cy="8229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389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expansor de 7.20m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17,200 tons reubicado sin incidentes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640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proyecto de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expansión lleva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meses atorado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2860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llave en mano: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cimentación hasta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marcha.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4754880"/>
            <a:ext cx="411480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REPSE Registrado  ·  Póliza USD 1M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640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Tus proveedores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EPP no entienden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operación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2860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 especializado por sector: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anticorte nivel 5, dieléctricos,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antiflama. Precios directos.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4572000"/>
            <a:ext cx="1798320" cy="7315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572000"/>
            <a:ext cx="179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B"/>
                </a:solidFill>
              </a:rPr>
              <a:t>$43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</a:rPr>
              <a:t>Anticorte Nv.5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12720" y="4572000"/>
            <a:ext cx="1798320" cy="7315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1" name="Text 8"/>
          <p:cNvSpPr/>
          <p:nvPr/>
        </p:nvSpPr>
        <p:spPr>
          <a:xfrm>
            <a:off x="2712720" y="4572000"/>
            <a:ext cx="179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B"/>
                </a:solidFill>
              </a:rPr>
              <a:t>$50.90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</a:rPr>
              <a:t>Dieléctricos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93920" y="4572000"/>
            <a:ext cx="1798320" cy="7315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3" name="Text 10"/>
          <p:cNvSpPr/>
          <p:nvPr/>
        </p:nvSpPr>
        <p:spPr>
          <a:xfrm>
            <a:off x="4693920" y="4572000"/>
            <a:ext cx="179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B"/>
                </a:solidFill>
              </a:rPr>
              <a:t>$89.50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</a:rPr>
              <a:t>Antiflama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640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Necesitas un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socio, no un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proveedor más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2860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MICSA no vendemos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de obra.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Vendemos reducción de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 operativo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ingeniería.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¿Tu planta tiene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alguna de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estas señales?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3200400"/>
            <a:ext cx="411480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Escríbeme por DM o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micdelcentro@gmail.com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Jordan González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 — Integración Industrial + EPP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4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6858000" cy="548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Realmente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Cuesta NO Tener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EPP Correcto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 la multa de STPS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303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MICSA INDUSTRIAL SUPPLY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7315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D4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+$500,000</a:t>
            </a:r>
            <a:endParaRPr lang="en-US" sz="4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D4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MXN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accidente por EPP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inadecuado puede costar esto.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4023360"/>
            <a:ext cx="27432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 STPS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566160" y="4023360"/>
            <a:ext cx="27432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8" name="Text 5"/>
          <p:cNvSpPr/>
          <p:nvPr/>
        </p:nvSpPr>
        <p:spPr>
          <a:xfrm>
            <a:off x="356616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Incapacidad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27432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663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 de línea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66160" y="4663440"/>
            <a:ext cx="27432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4663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355080"/>
          </a:xfrm>
          <a:prstGeom prst="rect">
            <a:avLst/>
          </a:prstGeom>
          <a:solidFill>
            <a:srgbClr val="1422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45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Guantes Anticorte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5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$43 MXN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15468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Incapacidad por corte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profundo: $15,000+ MXN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4860" y="3657600"/>
            <a:ext cx="1097280" cy="1097280"/>
          </a:xfrm>
          <a:prstGeom prst="ellipse">
            <a:avLst/>
          </a:prstGeom>
          <a:solidFill>
            <a:srgbClr val="D42B2B"/>
          </a:solidFill>
          <a:ln/>
        </p:spPr>
      </p:sp>
      <p:sp>
        <p:nvSpPr>
          <p:cNvPr id="9" name="Text 6"/>
          <p:cNvSpPr/>
          <p:nvPr/>
        </p:nvSpPr>
        <p:spPr>
          <a:xfrm>
            <a:off x="45948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350x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948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355080"/>
          </a:xfrm>
          <a:prstGeom prst="rect">
            <a:avLst/>
          </a:prstGeom>
          <a:solidFill>
            <a:srgbClr val="1422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45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Guantes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Dieléctricos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$50.90 MXN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15468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arco eléctrico sin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protección: incalculable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4860" y="3657600"/>
            <a:ext cx="1097280" cy="1097280"/>
          </a:xfrm>
          <a:prstGeom prst="ellipse">
            <a:avLst/>
          </a:prstGeom>
          <a:solidFill>
            <a:srgbClr val="D42B2B"/>
          </a:solidFill>
          <a:ln/>
        </p:spPr>
      </p:sp>
      <p:sp>
        <p:nvSpPr>
          <p:cNvPr id="9" name="Text 6"/>
          <p:cNvSpPr/>
          <p:nvPr/>
        </p:nvSpPr>
        <p:spPr>
          <a:xfrm>
            <a:off x="45948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948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355080"/>
          </a:xfrm>
          <a:prstGeom prst="rect">
            <a:avLst/>
          </a:prstGeom>
          <a:solidFill>
            <a:srgbClr val="1422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45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Capucha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Antiflama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$89.50 MXN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15468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Quemadura facial por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salpicadura: cirugía + demanda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4860" y="3657600"/>
            <a:ext cx="1097280" cy="1097280"/>
          </a:xfrm>
          <a:prstGeom prst="ellipse">
            <a:avLst/>
          </a:prstGeom>
          <a:solidFill>
            <a:srgbClr val="D42B2B"/>
          </a:solidFill>
          <a:ln/>
        </p:spPr>
      </p:sp>
      <p:sp>
        <p:nvSpPr>
          <p:cNvPr id="9" name="Text 6"/>
          <p:cNvSpPr/>
          <p:nvPr/>
        </p:nvSpPr>
        <p:spPr>
          <a:xfrm>
            <a:off x="45948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500x+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948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355080"/>
          </a:xfrm>
          <a:prstGeom prst="rect">
            <a:avLst/>
          </a:prstGeom>
          <a:solidFill>
            <a:srgbClr val="1422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45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Cascos Clase E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Ratchet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$56 MXN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15468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Traumatismo craneal: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hospitalización +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patronal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4860" y="3657600"/>
            <a:ext cx="1097280" cy="1097280"/>
          </a:xfrm>
          <a:prstGeom prst="ellipse">
            <a:avLst/>
          </a:prstGeom>
          <a:solidFill>
            <a:srgbClr val="D42B2B"/>
          </a:solidFill>
          <a:ln/>
        </p:spPr>
      </p:sp>
      <p:sp>
        <p:nvSpPr>
          <p:cNvPr id="9" name="Text 6"/>
          <p:cNvSpPr/>
          <p:nvPr/>
        </p:nvSpPr>
        <p:spPr>
          <a:xfrm>
            <a:off x="45948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1000x+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948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355080"/>
          </a:xfrm>
          <a:prstGeom prst="rect">
            <a:avLst/>
          </a:prstGeom>
          <a:solidFill>
            <a:srgbClr val="1422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45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Goggles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Trilogy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$87.90 MXN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15468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371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visión parcial: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pensión vitalicia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4860" y="3657600"/>
            <a:ext cx="1097280" cy="1097280"/>
          </a:xfrm>
          <a:prstGeom prst="ellipse">
            <a:avLst/>
          </a:prstGeom>
          <a:solidFill>
            <a:srgbClr val="D42B2B"/>
          </a:solidFill>
          <a:ln/>
        </p:spPr>
      </p:sp>
      <p:sp>
        <p:nvSpPr>
          <p:cNvPr id="9" name="Text 6"/>
          <p:cNvSpPr/>
          <p:nvPr/>
        </p:nvSpPr>
        <p:spPr>
          <a:xfrm>
            <a:off x="45948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948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4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¿Tu EPP protege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solo cumple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checklist?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3200400"/>
            <a:ext cx="4114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completo + precios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directos sin intermediario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micdelcentro@gmail.com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González — Grupo MICSA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577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MICSA INDUSTRIAL SUPPLY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C8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 → 2026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32004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 para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Plantas Industriales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Noreste de México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49377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Nearshoring sigue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acelerando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plantas = más montajes,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reubicaciones,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mantenimiento.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576072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89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¿Tu capacidad de respuesta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lista?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Automatización no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reemplaza operarios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procesos manuales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riesgo. La integración industrial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puente entre la máquina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y tu línea existente.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STPS endurece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inspecciones de EPP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multas por EPP inadecuado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subieron. El EPP genérico ya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576072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89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equipo certificado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riesgo específico.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predictivo &gt; correctivo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Termografía + análisis vibracional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alineación láser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576072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89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40% menos paros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programados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proveedor del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futuro es socio técnico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760720" cy="2743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 más barato.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entiende tu operación,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REPSE, póliza,</a:t>
            </a:r>
            <a:endParaRPr lang="en-US" sz="1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te resuelve sin sorpresas.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¿Estás preparando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planta para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viene?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3200400"/>
            <a:ext cx="32004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Hablemos: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micdelcentro@gmail.com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Jordan González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 — Integración Industrial + EPP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6858000" cy="50292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355080"/>
            <a:ext cx="6858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419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MICSA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MICSA LinkedIn Carousels</dc:title>
  <dc:subject>PptxGenJS Presentation</dc:subject>
  <dc:creator>Grupo MICSA</dc:creator>
  <cp:lastModifiedBy>Grupo MICSA</cp:lastModifiedBy>
  <cp:revision>1</cp:revision>
  <dcterms:created xsi:type="dcterms:W3CDTF">2026-03-17T03:22:11Z</dcterms:created>
  <dcterms:modified xsi:type="dcterms:W3CDTF">2026-03-17T03:22:11Z</dcterms:modified>
</cp:coreProperties>
</file>